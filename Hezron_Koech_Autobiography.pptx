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LIFE JOURNEY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Hezron Koech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Information Technology Student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Dedan Kimathi University of Technology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3474720"/>
          </a:xfrm>
          <a:prstGeom prst="rect">
            <a:avLst/>
          </a:prstGeom>
          <a:solidFill>
            <a:srgbClr val="97BC62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 Am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IT student passionate about technology
</a:t>
            </a:r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 problem-solver and innovator
</a:t>
            </a:r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Believer in technology for social good
</a:t>
            </a:r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by strong values and community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8404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645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Journey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219456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Bomet County to pursuing Information Technology, my story is one of curiosity, resilience, and purpose. Technology is my tool to understand systems and solve real-world problems.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Early Life &amp; Family Background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1188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OCT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in Bomet County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1188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463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FIRSTBORN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1E3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9184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from the start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1188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463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2648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accountants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of Values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Work &amp; Discipline: </a:t>
            </a:r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my father study late into the night taught me perseverance
</a:t>
            </a:r>
            <a:pPr indent="0" marL="0">
              <a:buNone/>
            </a:pPr>
            <a:r>
              <a:rPr lang="en-US" sz="1400" b="1" dirty="0">
                <a:solidFill>
                  <a:srgbClr val="1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&amp; Integrity: </a:t>
            </a:r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mother showed me that success is measured by character, not wealth
</a:t>
            </a:r>
            <a:pPr indent="0" marL="0">
              <a:buNone/>
            </a:pPr>
            <a:r>
              <a:rPr lang="en-US" sz="1400" b="1" dirty="0">
                <a:solidFill>
                  <a:srgbClr val="1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Cooperation: </a:t>
            </a:r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up in agricultural Bomet County, neighbors supported one another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Educational Journey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EDUCATION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Precious Academy, Bomet County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foundation in math &amp; science
</a:t>
            </a:r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analytical thinking
</a:t>
            </a:r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 athletics &amp; debate
</a:t>
            </a:r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discipline &amp; perseverance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EDUCATION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Meteitei Boys High School, Nandi County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24688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passion for technology
</a:t>
            </a:r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Fascinated by computer systems
</a:t>
            </a:r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Secretary, Young Catholic Students
</a:t>
            </a:r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leadership skills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University Life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Dedan Kimathi University of Technology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4023360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Excellence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Programming, databases, networking, cybersecurity, software engineering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920240"/>
            <a:ext cx="4023360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Growth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560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participation in tech clubs, innovation challenges, and community initiatives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49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projects, problem-solving, collaboration, and technical competence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566160"/>
            <a:ext cx="4023360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3749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Transformative Phase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4206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Independence, resilience, and commitment to continuous learning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Career Vision &amp; Aspirations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"Technology as a force for good"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651760" cy="2926080"/>
          </a:xfrm>
          <a:prstGeom prst="rect">
            <a:avLst/>
          </a:prstGeom>
          <a:solidFill>
            <a:srgbClr val="FFFFFF"/>
          </a:solidFill>
          <a:ln w="381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🌍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systems for healthcare, education, and agriculture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2011680"/>
            <a:ext cx="2651760" cy="2926080"/>
          </a:xfrm>
          <a:prstGeom prst="rect">
            <a:avLst/>
          </a:prstGeom>
          <a:solidFill>
            <a:srgbClr val="FFFFFF"/>
          </a:solidFill>
          <a:ln w="381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🚨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66160" y="2743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34747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systems &amp; humanitarian tech solutions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011680"/>
            <a:ext cx="2651760" cy="2926080"/>
          </a:xfrm>
          <a:prstGeom prst="rect">
            <a:avLst/>
          </a:prstGeom>
          <a:solidFill>
            <a:srgbClr val="FFFFFF"/>
          </a:solidFill>
          <a:ln w="381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🤝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0800" y="2743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4747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UN, NGOs, governments for equity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 Growth &amp; Development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a continuous journey shaped by experiences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137160" cy="27432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20116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2057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Responsibility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firstborn, learned discipline, accountability, and setting positive examples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301752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Experience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empathy, patience, and service-oriented leadership through school positions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88720" y="402336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4069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Intelligence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4480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Self-reflection, stress management, and empathy improved relationships and teamwork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Overcoming Challenges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obstacle strengthened my resolve"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solidFill>
            <a:srgbClr val="2C5F2D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94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Financial Difficulties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Overcame university funding challenges through scholarships, mentorship, and persistence — learned resourcefulness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solidFill>
            <a:srgbClr val="97BC62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91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Academic Setbacks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study methods, collaborated with peers, sought guidance — learned that failure is a stepping stone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914400"/>
          </a:xfrm>
          <a:prstGeom prst="rect">
            <a:avLst/>
          </a:prstGeom>
          <a:solidFill>
            <a:srgbClr val="2C5F2D">
              <a:alpha val="9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💔 Personal Loss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709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grief with responsibilities through family support and faith — developed compassion and emotional resilience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Plans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3657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SHORT TERM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BSc IT degree
</a:t>
            </a:r>
            <a:pPr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practical experience through internships
</a:t>
            </a:r>
            <a:pPr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skills in software development &amp; data analytics
</a:t>
            </a:r>
            <a:pPr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tech projects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4023360" cy="3657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LONG TERM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937760" y="228600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400" dirty="0">
                <a:solidFill>
                  <a:srgbClr val="1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 for sustainable development
</a:t>
            </a:r>
            <a:pPr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400" dirty="0">
                <a:solidFill>
                  <a:srgbClr val="1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governments, NGOs, UN agencies
</a:t>
            </a:r>
            <a:pPr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400" dirty="0">
                <a:solidFill>
                  <a:srgbClr val="1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certifications &amp; advanced training
</a:t>
            </a:r>
            <a:pPr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400" dirty="0">
                <a:solidFill>
                  <a:srgbClr val="1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career aligning success with service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71600" y="2377440"/>
            <a:ext cx="6400800" cy="2011680"/>
          </a:xfrm>
          <a:prstGeom prst="rect">
            <a:avLst/>
          </a:prstGeom>
          <a:solidFill>
            <a:srgbClr val="F5F5F5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Bomet County to Information Technology, my journey has been shaped by family values, education, leadership, and resilience. Every challenge strengthened my character. Every experience clarified my purpose.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3A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am committed to using technology as a force for good—developing solutions that address real-world challenges and contribute to a more inclusive, sustainable, and resilient world.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Hezron Koech - My Life Journey</dc:title>
  <dc:subject>Autobiography Presentation</dc:subject>
  <dc:creator>Hezron Koech</dc:creator>
  <cp:lastModifiedBy>Hezron Koech</cp:lastModifiedBy>
  <cp:revision>1</cp:revision>
  <dcterms:created xsi:type="dcterms:W3CDTF">2026-01-29T21:24:08Z</dcterms:created>
  <dcterms:modified xsi:type="dcterms:W3CDTF">2026-01-29T21:24:08Z</dcterms:modified>
</cp:coreProperties>
</file>