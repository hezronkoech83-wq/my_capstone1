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JUA KALI CONNECT</a:t>
            </a:r>
          </a:p>
          <a:p>
            <a:r>
              <a:t>AI-Powered Artisan–Client Matching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Hezron Koech</a:t>
            </a:r>
          </a:p>
          <a:p>
            <a:r>
              <a:t>BSc. Business Information Technology</a:t>
            </a:r>
          </a:p>
          <a:p>
            <a:r>
              <a:t>Dedan Kimathi University of Technology</a:t>
            </a:r>
          </a:p>
          <a:p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Employs millions of artisans in Kenya</a:t>
            </a:r>
          </a:p>
          <a:p>
            <a:r>
              <a:t>• Services: plumbing, electrical, carpentry, welding</a:t>
            </a:r>
          </a:p>
          <a:p>
            <a:r>
              <a:t>• Largely informal and unstructured</a:t>
            </a:r>
          </a:p>
          <a:p>
            <a:r>
              <a:t>• Limited access to digital platforms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Clients struggle to find reliable artisans</a:t>
            </a:r>
          </a:p>
          <a:p>
            <a:r>
              <a:t>• Artisans rely on word-of-mouth</a:t>
            </a:r>
          </a:p>
          <a:p>
            <a:r>
              <a:t>• Lack of verification and trust</a:t>
            </a:r>
          </a:p>
          <a:p>
            <a:r>
              <a:t>• No structured job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Objective:</a:t>
            </a:r>
          </a:p>
          <a:p>
            <a:r>
              <a:t>• Develop an AI-powered artisan–client platform</a:t>
            </a:r>
          </a:p>
          <a:p/>
          <a:p>
            <a:r>
              <a:t>Specific Objectives:</a:t>
            </a:r>
          </a:p>
          <a:p>
            <a:r>
              <a:t>• AI-based matching</a:t>
            </a:r>
          </a:p>
          <a:p>
            <a:r>
              <a:t>• Secure authentication</a:t>
            </a:r>
          </a:p>
          <a:p>
            <a:r>
              <a:t>• Portfolio management</a:t>
            </a:r>
          </a:p>
          <a:p>
            <a:r>
              <a:t>• Job tracking and reviews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Significance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Improves artisan visibility and income</a:t>
            </a:r>
          </a:p>
          <a:p>
            <a:r>
              <a:t>• Verified service providers</a:t>
            </a:r>
          </a:p>
          <a:p>
            <a:r>
              <a:t>• Trust through ratings</a:t>
            </a:r>
          </a:p>
          <a:p>
            <a:r>
              <a:t>• Supports digitization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improves recommendations</a:t>
            </a:r>
          </a:p>
          <a:p>
            <a:r>
              <a:t>• Digital platforms increase efficiency</a:t>
            </a:r>
          </a:p>
          <a:p>
            <a:r>
              <a:t>• Trust mechanisms boost adoption</a:t>
            </a:r>
          </a:p>
          <a:p>
            <a:r>
              <a:t>• M-Pesa improves usability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Agile development</a:t>
            </a:r>
          </a:p>
          <a:p>
            <a:r>
              <a:t>• Data collection: questionnaires &amp; interviews</a:t>
            </a:r>
          </a:p>
          <a:p>
            <a:r>
              <a:t>• Tech stack:</a:t>
            </a:r>
          </a:p>
          <a:p>
            <a:r>
              <a:t>  Flask (Python)</a:t>
            </a:r>
          </a:p>
          <a:p>
            <a:r>
              <a:t>  SQLite</a:t>
            </a:r>
          </a:p>
          <a:p>
            <a:r>
              <a:t>  HTML, CSS, JavaScript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Client–Server architecture</a:t>
            </a:r>
          </a:p>
          <a:p>
            <a:r>
              <a:t>• Presentation layer</a:t>
            </a:r>
          </a:p>
          <a:p>
            <a:r>
              <a:t>• Application layer</a:t>
            </a:r>
          </a:p>
          <a:p>
            <a:r>
              <a:t>• AI layer</a:t>
            </a:r>
          </a:p>
          <a:p>
            <a:r>
              <a:t>• Data layer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Relationship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Users (Artisan, Client)</a:t>
            </a:r>
          </a:p>
          <a:p>
            <a:r>
              <a:t>• Jobs</a:t>
            </a:r>
          </a:p>
          <a:p>
            <a:r>
              <a:t>• Reviews</a:t>
            </a:r>
          </a:p>
          <a:p>
            <a:r>
              <a:t>• Messages</a:t>
            </a:r>
          </a:p>
          <a:p>
            <a:r>
              <a:t>• Defined relationships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Actors:</a:t>
            </a:r>
          </a:p>
          <a:p>
            <a:r>
              <a:t>• Client</a:t>
            </a:r>
          </a:p>
          <a:p>
            <a:r>
              <a:t>• Artisan</a:t>
            </a:r>
          </a:p>
          <a:p/>
          <a:p>
            <a:r>
              <a:t>Use Cases:</a:t>
            </a:r>
          </a:p>
          <a:p>
            <a:r>
              <a:t>• Register/Login</a:t>
            </a:r>
          </a:p>
          <a:p>
            <a:r>
              <a:t>• Post/Accept Jobs</a:t>
            </a:r>
          </a:p>
          <a:p>
            <a:r>
              <a:t>• Messaging</a:t>
            </a:r>
          </a:p>
          <a:p>
            <a:r>
              <a:t>• Reviews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Unit testing</a:t>
            </a:r>
          </a:p>
          <a:p>
            <a:r>
              <a:t>• Integration testing</a:t>
            </a:r>
          </a:p>
          <a:p>
            <a:r>
              <a:t>• User acceptance testing</a:t>
            </a:r>
          </a:p>
          <a:p>
            <a:r>
              <a:t>• System verified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Faster artisan discovery</a:t>
            </a:r>
          </a:p>
          <a:p>
            <a:r>
              <a:t>• Improved trust</a:t>
            </a:r>
          </a:p>
          <a:p>
            <a:r>
              <a:t>• Better job management</a:t>
            </a:r>
          </a:p>
          <a:p>
            <a:r>
              <a:t>• Positive feedback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digitizes informal sectors</a:t>
            </a:r>
          </a:p>
          <a:p>
            <a:r>
              <a:t>• Improved efficiency &amp; transparency</a:t>
            </a:r>
          </a:p>
          <a:p>
            <a:r>
              <a:t>• Objectives achieved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Mobile application</a:t>
            </a:r>
          </a:p>
          <a:p>
            <a:r>
              <a:t>• M-Pesa integration</a:t>
            </a:r>
          </a:p>
          <a:p>
            <a:r>
              <a:t>• Improve scalability</a:t>
            </a:r>
          </a:p>
          <a:p>
            <a:r>
              <a:t>• Expand to rural areas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