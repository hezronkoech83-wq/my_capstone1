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E8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PHILOSOPHY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Transformation in Africa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Culture and Technology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 • Niwasalimia • Chamuge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Ubuntu?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am because we are"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Definition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Nguni Bantu term representing a worldview where our humanity is inextricably bound to others. Ubuntu recognizes that we exist in relationship—our successes, failures, and wellbeing are collective.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Archbishop Desmond Tutu: 'A person with Ubuntu is open and available to others, affirming of others, does not feel threatened that others are able and good, for he or she belongs in a greater whole.'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Core Principles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Interconnectedness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all connected in the web of humanity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Focus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collective good takes precedence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Humanity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Inherent dignity in every person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Responsibility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responsible for each other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65176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6616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Building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6616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through inclusive dialogue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65176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9224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Restorative Justice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healing, not punishment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in Traditional African Society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508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Consensus-based decision making under trees, everyone had a voice, collective responsibility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Resolution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2423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relationships over punishment, community participation, healing social fabric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Sharing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33375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Communal land ownership, sharing harvests, harambee, collective labor and support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Rearing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42519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takes a village to raise a child' - community responsibility for education and wellbeing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8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Wisdom in African Proverbs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E7E8D1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Kikuyu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Gĩtĩ kĩrĩ mũnyaka kĩũmagĩrwo nĩ kĩrĩa kĩngĩ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874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 cannot be bent by another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731520"/>
          </a:xfrm>
          <a:prstGeom prst="rect">
            <a:avLst/>
          </a:prstGeom>
          <a:solidFill>
            <a:srgbClr val="E7E8D1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Swahili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Umoja ni nguvu, utengano ni udhaifu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743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is strength, division is weakness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E7E8D1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Zulu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Ubuntu ngumuntu ngabantu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611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is a person through other persons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solidFill>
            <a:srgbClr val="E7E8D1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Yoruba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Ẹnìkan ò lè gbin igi kan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cannot plant a tree alone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Gender Awareness in Ubuntu Philosophy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 Nature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023360" cy="30175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LIBERATING ELEMENTS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wellbeing extends to all
</a:t>
            </a:r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person is a person' includes women
</a:t>
            </a:r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shared humanity
</a:t>
            </a:r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of equality and mutual respect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40233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103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5603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interpretations created hierarchies
</a:t>
            </a:r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practices contradicted core values
</a:t>
            </a:r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roles sometimes restricted opportunities
</a:t>
            </a:r>
            <a:pPr indent="0" marL="0">
              <a:buNone/>
            </a:pPr>
            <a:r>
              <a:rPr lang="en-US" sz="1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reclaim Ubuntu's inclusive vision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Women's Central Role in African Society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Pillars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traders, artisans controlling markets and trading networks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4023360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76072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Keepers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Healers, educators, custodians of cultural knowledge and traditions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👑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Leaders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 Mothers, Nzinga, Amina, Candaces - demonstrating leadership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200400"/>
            <a:ext cx="4023360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76072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 Authority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886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Diviners, priestesses mediating physical and spiritual realms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Contemporary Gender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463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education and technology training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barriers discouraging women from tech careers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representation in decision-making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Gender-based violence and safety concerns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8404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resource access and economic opportunities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365760" cy="3657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434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mentorship and support networks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8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Meets Information Technology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"Technology should strengthen our social fabric, not tear it apart"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402336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Community-Centered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serving collective needs, not just individual profit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402336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knowledge sharing, collective problem-solving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02336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digital divide, ensuring everyone benefits from technology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017520"/>
            <a:ext cx="402336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Innovation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Considering social impact, privacy, and community wellbeing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402336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Preservation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technology to protect and transmit African knowledge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4023360" cy="7772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Solutions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community benefit over short-term gains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 in Action: Tech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solidFill>
            <a:srgbClr val="A7BEAE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M-PESA (Kenya)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019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platform enabling financial inclusion for millions, built on community trust networks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14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Ushahidi (Kenya)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crisis mapping platform - collective information gathering for community benefit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A7BEAE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iCow (Kenya)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7307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helping small-scale farmers improve livestock management through shared knowledge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Networks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6451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Locally-owned internet infrastructure projects bringing connectivity to underserved areas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Gender-Inclusive Digital Transformation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Ubuntu Principles Applied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02336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Training: Technology programs specifically targeting women and girls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402336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20574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23560" y="2057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Networks: Connecting women tech professionals with aspiring learners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02336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Spaces: Creating supportive environments free from harassment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02336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31089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Empowerment: Access to funding, resources, and business networks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02336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160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Advocacy: Promoting gender-inclusive technology policies and regulations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416052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4160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Engagement: Involving families and communities in supporting women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A7B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African Women Leading Tech Innovation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👩‍💻 Women developers creating mobile apps solving local challenges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Women farmers using AgTech for better market access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Women tech entrepreneurs building fintech, healthtech, edtech companies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Women leading coding bootcamps and tech education initiatives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Women in leadership roles at major African tech companies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0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Women advocates driving policy changes for digital inclusion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Addressing the Digital Divide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3474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gaps
</a:t>
            </a:r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costs
</a:t>
            </a:r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
</a:t>
            </a:r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disparities
</a:t>
            </a:r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Rural-urban divide
</a:t>
            </a:r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4023360" cy="3474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SOLUTIONS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networks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 programs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training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Women-focused initiatives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content creation
</a:t>
            </a:r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language tech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7E8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Ubuntu's Relevance in the Digital Age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3474720"/>
          </a:xfrm>
          <a:prstGeom prst="rect">
            <a:avLst/>
          </a:prstGeom>
          <a:solidFill>
            <a:srgbClr val="E7E8D1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offers ethical frameworks for technology development: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benefit over individual profit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724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over competition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31638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over exclusion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3602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36027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Honoring cultural identity while embracing innovation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041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all community members equitably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574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social fabric through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 to Action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TECHNOLOGISTS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 design technology that serves community needs?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creating inclusive systems accessible to all?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work strengthen or weaken social bonds?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COMMUNITY MEMBERS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 support digital literacy in my community?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advocating for women's equal participation?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helping bridge the digital divide?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LEADERS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our policies promoting inclusive transformation?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investing equally in women's tech education?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creating environments where all talents flourish?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E8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Thoughts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7315200" cy="2377440"/>
          </a:xfrm>
          <a:prstGeom prst="rect">
            <a:avLst/>
          </a:prstGeom>
          <a:solidFill>
            <a:srgbClr val="E7E8D1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has given the world Ubuntu—a philosophy of profound wisdom and enduring relevance. As we navigate digital transformation, let us ground our efforts in this ancient wisdom.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build technology that honors our communal values, respects our cultural heritage, and advances gender equity.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code because we code. I innovate because we innovate. I am because we are."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E8D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ASANTE SANA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KONGOI MISING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 Philosophy and Digital Transformation in Africa</dc:title>
  <dc:subject>African Culture and Technology</dc:subject>
  <dc:creator>Ubuntu Philosophy Presentation</dc:creator>
  <cp:lastModifiedBy>Ubuntu Philosophy Presentation</cp:lastModifiedBy>
  <cp:revision>1</cp:revision>
  <dcterms:created xsi:type="dcterms:W3CDTF">2026-01-29T21:32:47Z</dcterms:created>
  <dcterms:modified xsi:type="dcterms:W3CDTF">2026-01-29T21:32:47Z</dcterms:modified>
</cp:coreProperties>
</file>